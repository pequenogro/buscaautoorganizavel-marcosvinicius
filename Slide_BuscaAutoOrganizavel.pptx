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Algoritmo de Busca Auto-Organizável</a:t>
            </a:r>
          </a:p>
          <a:p>
            <a:r>
              <a:t>(Move-to-Front)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Marcos Vinícius Cardoso Moreira Nascimento</a:t>
            </a:r>
          </a:p>
          <a:p>
            <a:r>
              <a:t>IFMA - Campus Monte Castelo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Explicação Teórica do MTF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algoritmo Move-to-Front (MTF) é uma heurística utilizada em listas lineares.</a:t>
            </a:r>
          </a:p>
          <a:p>
            <a:r>
              <a:t>Quando um elemento é encontrado durante a busca, ele é movido para o início da lista.</a:t>
            </a:r>
          </a:p>
          <a:p>
            <a:r>
              <a:t>Dessa forma, elementos acessados frequentemente permanecem próximos ao início,</a:t>
            </a:r>
          </a:p>
          <a:p>
            <a:r>
              <a:t>reduzindo o tempo médio de busca em acessos repetidos.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Funcionamento do Algoritmo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Percorre a lista sequencialmente.</a:t>
            </a:r>
          </a:p>
          <a:p>
            <a:pPr/>
            <a:r>
              <a:t>2. Se a chave é encontrada, salva o elemento.</a:t>
            </a:r>
          </a:p>
          <a:p>
            <a:pPr/>
            <a:r>
              <a:t>3. Desloca os elementos anteriores uma posição para a direita.</a:t>
            </a:r>
          </a:p>
          <a:p>
            <a:pPr/>
            <a:r>
              <a:t>4. Move o elemento encontrado para a posição 0.</a:t>
            </a:r>
          </a:p>
          <a:p>
            <a:pPr/>
            <a:r>
              <a:t>5. Se não encontrado, a lista permanece inalterada.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Pseudocódigo e Custo Assintótico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i ← 0 até n-1:</a:t>
            </a:r>
          </a:p>
          <a:p>
            <a:r>
              <a:t>    if V[i] == k:</a:t>
            </a:r>
          </a:p>
          <a:p>
            <a:r>
              <a:t>        elemento ← V[i]</a:t>
            </a:r>
          </a:p>
          <a:p>
            <a:r>
              <a:t>        for j ← i até 1:</a:t>
            </a:r>
          </a:p>
          <a:p>
            <a:r>
              <a:t>            V[j] ← V[j-1]</a:t>
            </a:r>
          </a:p>
          <a:p>
            <a:r>
              <a:t>        V[0] ← elemento</a:t>
            </a:r>
          </a:p>
          <a:p>
            <a:r>
              <a:t>        return i</a:t>
            </a:r>
          </a:p>
          <a:p>
            <a:r>
              <a:t>return -1</a:t>
            </a:r>
          </a:p>
          <a:p/>
          <a:p>
            <a:r>
              <a:t>Custo assintótico:</a:t>
            </a:r>
          </a:p>
          <a:p>
            <a:r>
              <a:t>- Melhor caso: O(1)</a:t>
            </a:r>
          </a:p>
          <a:p>
            <a:r>
              <a:t>- Caso médio: O(n)</a:t>
            </a:r>
          </a:p>
          <a:p>
            <a:r>
              <a:t>- Pior caso: O(n)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Comparação: Pseudocódigo x C, Java e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C: Implementação direta, baixo overhead → O(n)</a:t>
            </a:r>
          </a:p>
          <a:p>
            <a:r>
              <a:t>• Java: ArrayList (remove/add) custam O(n) cada → O(n)</a:t>
            </a:r>
          </a:p>
          <a:p>
            <a:r>
              <a:t>• Python: list.index(), pop(), insert() → O(n)</a:t>
            </a:r>
          </a:p>
          <a:p>
            <a:r>
              <a:t>• Pseudocódigo teórico → O(n)</a:t>
            </a:r>
          </a:p>
          <a:p/>
          <a:p>
            <a:r>
              <a:t>Todas as implementações mantêm custo linear, mas com fatores constantes diferentes.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Aplicações Práticas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Compressão de dados (ex: codificação de Burrows–Wheeler)</a:t>
            </a:r>
          </a:p>
          <a:p>
            <a:pPr/>
            <a:r>
              <a:t>• Estruturas de cache e buffers de leitura</a:t>
            </a:r>
          </a:p>
          <a:p>
            <a:pPr/>
            <a:r>
              <a:t>• Sistemas com padrões de acesso repetitivos</a:t>
            </a:r>
          </a:p>
          <a:p>
            <a:pPr/>
            <a:r>
              <a:t>• Organização adaptativa de listas em bancos de dados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algoritmo Move-to-Front mantém custo O(n), mas melhora o desempenho médio</a:t>
            </a:r>
          </a:p>
          <a:p>
            <a:r>
              <a:t>em listas com acessos repetidos. Implementações em C, Java e Python confirmam</a:t>
            </a:r>
          </a:p>
          <a:p>
            <a:r>
              <a:t>a teoria, com C sendo a mais eficiente em tempo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[1] Knuth, D. E. (1984). The Art of Computer Programming.</a:t>
            </a:r>
          </a:p>
          <a:p>
            <a:r>
              <a:t>[2] Sedgewick, R. &amp; Wayne, K. (2011). Algorithms, 4th Ed.</a:t>
            </a:r>
          </a:p>
          <a:p>
            <a:r>
              <a:t>[3] Weiss, M. A. (2012). Data Structures and Algorithm Analysis.</a:t>
            </a:r>
          </a:p>
          <a:p>
            <a:r>
              <a:t>[4] IFMA - Algoritmos e Estruturas de Dados II,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